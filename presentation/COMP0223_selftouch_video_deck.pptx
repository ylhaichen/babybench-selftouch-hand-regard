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5596128" y="1024128"/>
            <a:ext cx="5815584" cy="3925824"/>
          </a:xfrm>
          <a:prstGeom prst="roundRect">
            <a:avLst/>
          </a:prstGeom>
          <a:noFill/>
          <a:ln w="31750"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94360" y="50292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2744"/>
                </a:solidFill>
                <a:latin typeface="Aptos"/>
              </a:rPr>
              <a:t>Learning Infant-Like Self-Touch in BabyBench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25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B6D84"/>
                </a:solidFill>
                <a:latin typeface="Aptos"/>
              </a:rPr>
              <a:t>COMP0223 Robot Learning Coursework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B3E54"/>
                </a:solidFill>
                <a:latin typeface="Aptos"/>
              </a:rPr>
              <a:t>Task: self-touch learning without extrinsic rewards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B3E54"/>
                </a:solidFill>
                <a:latin typeface="Aptos"/>
              </a:rPr>
              <a:t>Platform: BabyBench + MIMo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B3E54"/>
                </a:solidFill>
                <a:latin typeface="Aptos"/>
              </a:rPr>
              <a:t>Approach: intrinsic-motivation RL</a:t>
            </a:r>
          </a:p>
        </p:txBody>
      </p:sp>
      <p:pic>
        <p:nvPicPr>
          <p:cNvPr id="5" name="Picture 4" descr="slide1_hero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5669280" cy="3779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3492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74F6D"/>
                </a:solidFill>
                <a:latin typeface="Aptos"/>
              </a:rPr>
              <a:t>Question: can the robot discover its own body through self-generated exploration?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concept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pipeline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training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fin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