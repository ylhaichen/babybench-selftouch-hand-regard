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cover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motivation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robotics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_method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algorithm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_training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results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